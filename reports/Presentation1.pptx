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A2889-3514-4B25-A93A-9452315DDB7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0BD1C-B68F-4676-8E95-3D3D3D73A2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384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BD1C-B68F-4676-8E95-3D3D3D73A22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14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2304-C400-C1C3-373C-93FF3D1A4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F1F6C-B6EF-ED64-3688-91C171060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ADBB9-C9FF-16E8-F771-5823A634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7CDE-0D9D-69AF-331C-0BF78F93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60743-6AF3-8CDB-F3CC-EB072150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95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FA2C5-07C7-3D79-5C1E-F18E00CC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8A1DB-6926-DC0B-0269-F15B4327A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DDCD2-5DD3-6DB3-B609-DF988A3D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F3D8C-4022-664F-66F2-5148D2997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60BB6-5CF3-282E-C8ED-3D7CB95C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69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C506-047F-402D-BEB9-5FCA75A0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C76B7-0A37-ADD0-B905-728D40F1E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DDC7F-ABAE-7CD0-119F-756AD5FF2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9388F-84C4-77C4-27D9-D7794920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7DD0B-E662-087D-F8E8-3971D67B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96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8183-BB65-C5C5-A1FD-4CF3B8AA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489EA-6331-6D07-EACF-D54072D8E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8B669-DD9C-A6A4-710F-38E3F96A9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40421-7723-AB4B-6D6D-9F4AD991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7AC69-A651-3EDD-783D-DFA5E8F0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CB474-CF13-B071-477E-A7B9DB76E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831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5747-0383-7F9F-D5CA-8B34257A2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3E425-93FF-1867-7718-20703B5F1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9C645-5BA3-9539-5527-6AFDFBA6B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A1B4C-2482-5D56-7AC0-32BA4295A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4CF68D-BADC-84DF-A01F-37E69D1D5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898F6-3A30-D185-F96C-34F7E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102A3-CDDF-9FCC-2D43-EAF073FAA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29D1A4-4997-87F1-AE4C-2EB69A79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1788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A6595-EB7C-3760-D7F4-CFA054AA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F0626-AE57-C47E-46AB-6E71887E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9C6D6-5DC1-52AA-D429-D61B1EB6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FAA74-390F-3A86-58A4-5E79927B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44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81BBB-4E75-35D5-6495-EE496828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3108EF-E93A-B6D2-2A09-28158DBA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F7CD-4FAC-81F6-B4CA-EB7C4D69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90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AB04-5494-A5C6-6A72-87818A5E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B0881-F38D-69B8-76BA-68D094B2F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86D94-A029-152C-8F6A-EB52E485B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4F27D-E29F-958A-A6F1-B43A5114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77C68-06E0-6CAA-7586-38EF3174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C04F8-43A8-63A8-F401-8949D83D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36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3D35-8F4C-0A15-FCD8-ECD98E3C7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5105C7-0475-9B85-A4D9-A4FE121C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2E862-B2C7-356E-48D3-91F02CCBF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38D0F-B3DD-6CE0-E7DB-AC351053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A8EA6-DC67-D8DA-8CDF-49B6CFDD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F7242-F7A2-94E2-DC5E-04F70906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28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EE86F-5486-7E20-09ED-C8499AA8A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DB353-7F12-B22B-3C00-EC9516115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5E2FF-0A8A-8D03-0CCB-14435497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F026-61D1-C098-6C38-C7956BA7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1D406-A615-82A6-B722-FDFF31C9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970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0582F3-BADB-36B5-88E4-5B5724B6D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0736E-8314-5786-500A-B51DFBACF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CE9AF-0F05-9F9D-C27A-5FA536C9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EB074-0103-25CF-C9ED-3215551B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52319-023C-4C71-4E4B-927F8D31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89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C7E098-434D-3173-01BB-9CA9F7A90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EE936-610F-1B81-F85B-3576EBF0B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E466E-88F3-B697-6B04-9F3BDEE6A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9E90A-FDFD-4D4B-98AE-D044373F9455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9E027-4384-B07C-9670-64C99C539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FF9B1-6FDA-27C9-1FC3-A1AFA543A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EA8C4-774A-4D93-834C-A1CF43E54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150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D6568-6362-22A3-2AE1-0AC5310C2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909" y="3429000"/>
            <a:ext cx="4842948" cy="3035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782DAB-AFC8-D0BE-5EA3-B438400A2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6" y="2838450"/>
            <a:ext cx="4842948" cy="30350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02FAE2-5C23-8F1B-4259-E6BB92098E03}"/>
              </a:ext>
            </a:extLst>
          </p:cNvPr>
          <p:cNvSpPr txBox="1"/>
          <p:nvPr/>
        </p:nvSpPr>
        <p:spPr>
          <a:xfrm>
            <a:off x="620486" y="283029"/>
            <a:ext cx="484294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LGBMClassifier</a:t>
            </a:r>
            <a:r>
              <a:rPr lang="fr-FR" sz="1400" dirty="0"/>
              <a:t>(</a:t>
            </a:r>
          </a:p>
          <a:p>
            <a:r>
              <a:rPr lang="fr-FR" sz="1400" dirty="0" err="1"/>
              <a:t>n_estimators</a:t>
            </a:r>
            <a:r>
              <a:rPr lang="fr-FR" sz="1400" dirty="0"/>
              <a:t>=5000, </a:t>
            </a:r>
          </a:p>
          <a:p>
            <a:r>
              <a:rPr lang="fr-FR" sz="1400" dirty="0" err="1"/>
              <a:t>learning_rate</a:t>
            </a:r>
            <a:r>
              <a:rPr lang="fr-FR" sz="1400" dirty="0"/>
              <a:t>=0.03, </a:t>
            </a:r>
          </a:p>
          <a:p>
            <a:r>
              <a:rPr lang="fr-FR" sz="1400" dirty="0" err="1"/>
              <a:t>num_leaves</a:t>
            </a:r>
            <a:r>
              <a:rPr lang="fr-FR" sz="1400" dirty="0"/>
              <a:t>=48,</a:t>
            </a:r>
          </a:p>
          <a:p>
            <a:r>
              <a:rPr lang="fr-FR" sz="1400" dirty="0" err="1"/>
              <a:t>subsample</a:t>
            </a:r>
            <a:r>
              <a:rPr lang="fr-FR" sz="1400" dirty="0"/>
              <a:t>=0.8, </a:t>
            </a:r>
          </a:p>
          <a:p>
            <a:r>
              <a:rPr lang="fr-FR" sz="1400" dirty="0" err="1"/>
              <a:t>colsample_bytree</a:t>
            </a:r>
            <a:r>
              <a:rPr lang="fr-FR" sz="1400" dirty="0"/>
              <a:t>=0.8, </a:t>
            </a:r>
          </a:p>
          <a:p>
            <a:r>
              <a:rPr lang="fr-FR" sz="1400" dirty="0" err="1"/>
              <a:t>max_depth</a:t>
            </a:r>
            <a:r>
              <a:rPr lang="fr-FR" sz="1400" dirty="0"/>
              <a:t>=-1,</a:t>
            </a:r>
          </a:p>
          <a:p>
            <a:r>
              <a:rPr lang="fr-FR" sz="1400" dirty="0" err="1"/>
              <a:t>min_child_samples</a:t>
            </a:r>
            <a:r>
              <a:rPr lang="fr-FR" sz="1400" dirty="0"/>
              <a:t>=50,</a:t>
            </a:r>
          </a:p>
          <a:p>
            <a:r>
              <a:rPr lang="fr-FR" sz="1400" dirty="0" err="1"/>
              <a:t>n_jobs</a:t>
            </a:r>
            <a:r>
              <a:rPr lang="fr-FR" sz="1400" dirty="0"/>
              <a:t>=-1, </a:t>
            </a:r>
          </a:p>
          <a:p>
            <a:r>
              <a:rPr lang="fr-FR" sz="1400" dirty="0" err="1"/>
              <a:t>random_state</a:t>
            </a:r>
            <a:r>
              <a:rPr lang="fr-FR" sz="1400" dirty="0"/>
              <a:t>=42, </a:t>
            </a:r>
          </a:p>
          <a:p>
            <a:r>
              <a:rPr lang="fr-FR" sz="1400" dirty="0" err="1"/>
              <a:t>force_col_wise</a:t>
            </a:r>
            <a:r>
              <a:rPr lang="fr-FR" sz="1400" dirty="0"/>
              <a:t>=</a:t>
            </a:r>
            <a:r>
              <a:rPr lang="fr-FR" sz="1400" dirty="0" err="1"/>
              <a:t>True</a:t>
            </a:r>
            <a:r>
              <a:rPr lang="fr-FR" sz="1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ED966-0DE9-EA4E-2F15-779B63CA6B6C}"/>
              </a:ext>
            </a:extLst>
          </p:cNvPr>
          <p:cNvSpPr txBox="1"/>
          <p:nvPr/>
        </p:nvSpPr>
        <p:spPr>
          <a:xfrm>
            <a:off x="6944570" y="0"/>
            <a:ext cx="47352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LGBMClassifier</a:t>
            </a:r>
            <a:r>
              <a:rPr lang="fr-FR" sz="1400" dirty="0"/>
              <a:t>(</a:t>
            </a:r>
          </a:p>
          <a:p>
            <a:r>
              <a:rPr lang="fr-FR" sz="1400" dirty="0" err="1"/>
              <a:t>n_estimators</a:t>
            </a:r>
            <a:r>
              <a:rPr lang="fr-FR" sz="1400" dirty="0"/>
              <a:t>=2500,         </a:t>
            </a:r>
          </a:p>
          <a:p>
            <a:r>
              <a:rPr lang="fr-FR" sz="1400" dirty="0" err="1"/>
              <a:t>learning_rate</a:t>
            </a:r>
            <a:r>
              <a:rPr lang="fr-FR" sz="1400" dirty="0"/>
              <a:t>=0.03, </a:t>
            </a:r>
          </a:p>
          <a:p>
            <a:r>
              <a:rPr lang="fr-FR" sz="1400" dirty="0" err="1"/>
              <a:t>num_leaves</a:t>
            </a:r>
            <a:r>
              <a:rPr lang="fr-FR" sz="1400" dirty="0"/>
              <a:t>=16, </a:t>
            </a:r>
          </a:p>
          <a:p>
            <a:r>
              <a:rPr lang="fr-FR" sz="1400" dirty="0" err="1"/>
              <a:t>max_depth</a:t>
            </a:r>
            <a:r>
              <a:rPr lang="fr-FR" sz="1400" dirty="0"/>
              <a:t>=6, </a:t>
            </a:r>
          </a:p>
          <a:p>
            <a:r>
              <a:rPr lang="fr-FR" sz="1400" dirty="0" err="1"/>
              <a:t>min_child_samples</a:t>
            </a:r>
            <a:r>
              <a:rPr lang="fr-FR" sz="1400" dirty="0"/>
              <a:t>=300</a:t>
            </a:r>
          </a:p>
          <a:p>
            <a:r>
              <a:rPr lang="fr-FR" sz="1400" dirty="0" err="1"/>
              <a:t>min_split_gain</a:t>
            </a:r>
            <a:r>
              <a:rPr lang="fr-FR" sz="1400" dirty="0"/>
              <a:t>=0.02</a:t>
            </a:r>
          </a:p>
          <a:p>
            <a:r>
              <a:rPr lang="fr-FR" sz="1400" dirty="0" err="1"/>
              <a:t>reg_alpha</a:t>
            </a:r>
            <a:r>
              <a:rPr lang="fr-FR" sz="1400" dirty="0"/>
              <a:t>=1.0,       </a:t>
            </a:r>
          </a:p>
          <a:p>
            <a:r>
              <a:rPr lang="fr-FR" sz="1400" dirty="0" err="1"/>
              <a:t>reg_lambda</a:t>
            </a:r>
            <a:r>
              <a:rPr lang="fr-FR" sz="1400" dirty="0"/>
              <a:t>=15.0</a:t>
            </a:r>
          </a:p>
          <a:p>
            <a:r>
              <a:rPr lang="fr-FR" sz="1400" dirty="0" err="1"/>
              <a:t>subsample</a:t>
            </a:r>
            <a:r>
              <a:rPr lang="fr-FR" sz="1400" dirty="0"/>
              <a:t>=0.7, </a:t>
            </a:r>
          </a:p>
          <a:p>
            <a:r>
              <a:rPr lang="fr-FR" sz="1400" dirty="0" err="1"/>
              <a:t>subsample_freq</a:t>
            </a:r>
            <a:r>
              <a:rPr lang="fr-FR" sz="1400" dirty="0"/>
              <a:t>=1,</a:t>
            </a:r>
          </a:p>
          <a:p>
            <a:r>
              <a:rPr lang="fr-FR" sz="1400" dirty="0" err="1"/>
              <a:t>colsample_bytree</a:t>
            </a:r>
            <a:r>
              <a:rPr lang="fr-FR" sz="1400" dirty="0"/>
              <a:t>=0.6</a:t>
            </a:r>
          </a:p>
          <a:p>
            <a:r>
              <a:rPr lang="fr-FR" sz="1400" dirty="0" err="1"/>
              <a:t>n_jobs</a:t>
            </a:r>
            <a:r>
              <a:rPr lang="fr-FR" sz="1400" dirty="0"/>
              <a:t>=-1, </a:t>
            </a:r>
          </a:p>
          <a:p>
            <a:r>
              <a:rPr lang="fr-FR" sz="1400" dirty="0" err="1"/>
              <a:t>random_state</a:t>
            </a:r>
            <a:r>
              <a:rPr lang="fr-FR" sz="1400" dirty="0"/>
              <a:t>=42, </a:t>
            </a:r>
          </a:p>
          <a:p>
            <a:r>
              <a:rPr lang="fr-FR" sz="1400" dirty="0" err="1"/>
              <a:t>force_col_wise</a:t>
            </a:r>
            <a:r>
              <a:rPr lang="fr-FR" sz="1400" dirty="0"/>
              <a:t>=</a:t>
            </a:r>
            <a:r>
              <a:rPr lang="fr-FR" sz="1400" dirty="0" err="1"/>
              <a:t>True</a:t>
            </a:r>
            <a:r>
              <a:rPr lang="fr-FR" sz="1400" dirty="0"/>
              <a:t>)</a:t>
            </a:r>
          </a:p>
          <a:p>
            <a:endParaRPr lang="fr-FR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159BA4-AB8A-D04C-5865-E8A001B13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349" y="6140179"/>
            <a:ext cx="3153215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0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DFAFB1-842C-2CC4-145E-26830E4FA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216" y="3599418"/>
            <a:ext cx="3690648" cy="2362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CEBE8A-E51E-F9F2-E8C1-A0469AD41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10" y="3599418"/>
            <a:ext cx="3668894" cy="23625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781D6B-F659-6F70-1DAB-1B1FC5F4C4B8}"/>
              </a:ext>
            </a:extLst>
          </p:cNvPr>
          <p:cNvSpPr txBox="1"/>
          <p:nvPr/>
        </p:nvSpPr>
        <p:spPr>
          <a:xfrm>
            <a:off x="620486" y="455229"/>
            <a:ext cx="484294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LGBMClassifier</a:t>
            </a:r>
            <a:r>
              <a:rPr lang="fr-FR" sz="1400" dirty="0"/>
              <a:t>(</a:t>
            </a:r>
          </a:p>
          <a:p>
            <a:r>
              <a:rPr lang="fr-FR" sz="1400" dirty="0" err="1"/>
              <a:t>n_estimators</a:t>
            </a:r>
            <a:r>
              <a:rPr lang="fr-FR" sz="1400" dirty="0"/>
              <a:t>=5000, </a:t>
            </a:r>
          </a:p>
          <a:p>
            <a:r>
              <a:rPr lang="fr-FR" sz="1400" dirty="0" err="1"/>
              <a:t>learning_rate</a:t>
            </a:r>
            <a:r>
              <a:rPr lang="fr-FR" sz="1400" dirty="0"/>
              <a:t>=0.03, </a:t>
            </a:r>
          </a:p>
          <a:p>
            <a:r>
              <a:rPr lang="fr-FR" sz="1400" dirty="0" err="1"/>
              <a:t>num_leaves</a:t>
            </a:r>
            <a:r>
              <a:rPr lang="fr-FR" sz="1400" dirty="0"/>
              <a:t>=48,</a:t>
            </a:r>
          </a:p>
          <a:p>
            <a:r>
              <a:rPr lang="fr-FR" sz="1400" dirty="0" err="1"/>
              <a:t>subsample</a:t>
            </a:r>
            <a:r>
              <a:rPr lang="fr-FR" sz="1400" dirty="0"/>
              <a:t>=0.8, </a:t>
            </a:r>
          </a:p>
          <a:p>
            <a:r>
              <a:rPr lang="fr-FR" sz="1400" dirty="0" err="1"/>
              <a:t>colsample_bytree</a:t>
            </a:r>
            <a:r>
              <a:rPr lang="fr-FR" sz="1400" dirty="0"/>
              <a:t>=0.8, </a:t>
            </a:r>
          </a:p>
          <a:p>
            <a:r>
              <a:rPr lang="fr-FR" sz="1400" dirty="0" err="1"/>
              <a:t>max_depth</a:t>
            </a:r>
            <a:r>
              <a:rPr lang="fr-FR" sz="1400" dirty="0"/>
              <a:t>=-1,</a:t>
            </a:r>
          </a:p>
          <a:p>
            <a:r>
              <a:rPr lang="fr-FR" sz="1400" dirty="0" err="1"/>
              <a:t>min_child_samples</a:t>
            </a:r>
            <a:r>
              <a:rPr lang="fr-FR" sz="1400" dirty="0"/>
              <a:t>=50,</a:t>
            </a:r>
          </a:p>
          <a:p>
            <a:r>
              <a:rPr lang="fr-FR" sz="1400" dirty="0" err="1"/>
              <a:t>n_jobs</a:t>
            </a:r>
            <a:r>
              <a:rPr lang="fr-FR" sz="1400" dirty="0"/>
              <a:t>=-1, </a:t>
            </a:r>
          </a:p>
          <a:p>
            <a:r>
              <a:rPr lang="fr-FR" sz="1400" dirty="0" err="1"/>
              <a:t>random_state</a:t>
            </a:r>
            <a:r>
              <a:rPr lang="fr-FR" sz="1400" dirty="0"/>
              <a:t>=42, </a:t>
            </a:r>
          </a:p>
          <a:p>
            <a:r>
              <a:rPr lang="fr-FR" sz="1400" dirty="0" err="1"/>
              <a:t>force_col_wise</a:t>
            </a:r>
            <a:r>
              <a:rPr lang="fr-FR" sz="1400" dirty="0"/>
              <a:t>=</a:t>
            </a:r>
            <a:r>
              <a:rPr lang="fr-FR" sz="1400" dirty="0" err="1"/>
              <a:t>True</a:t>
            </a:r>
            <a:r>
              <a:rPr lang="fr-FR" sz="14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CFAB42-9B37-2DF3-2AAF-C56CA90B0B6B}"/>
              </a:ext>
            </a:extLst>
          </p:cNvPr>
          <p:cNvSpPr txBox="1"/>
          <p:nvPr/>
        </p:nvSpPr>
        <p:spPr>
          <a:xfrm>
            <a:off x="6553199" y="283029"/>
            <a:ext cx="47352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LGBMClassifier</a:t>
            </a:r>
            <a:r>
              <a:rPr lang="fr-FR" sz="1400" dirty="0"/>
              <a:t>(</a:t>
            </a:r>
          </a:p>
          <a:p>
            <a:r>
              <a:rPr lang="fr-FR" sz="1400" dirty="0" err="1"/>
              <a:t>n_estimators</a:t>
            </a:r>
            <a:r>
              <a:rPr lang="fr-FR" sz="1400" dirty="0"/>
              <a:t>=2500,         </a:t>
            </a:r>
          </a:p>
          <a:p>
            <a:r>
              <a:rPr lang="fr-FR" sz="1400" dirty="0" err="1"/>
              <a:t>learning_rate</a:t>
            </a:r>
            <a:r>
              <a:rPr lang="fr-FR" sz="1400" dirty="0"/>
              <a:t>=0.03, </a:t>
            </a:r>
          </a:p>
          <a:p>
            <a:r>
              <a:rPr lang="fr-FR" sz="1400" dirty="0" err="1"/>
              <a:t>num_leaves</a:t>
            </a:r>
            <a:r>
              <a:rPr lang="fr-FR" sz="1400" dirty="0"/>
              <a:t>=16, </a:t>
            </a:r>
          </a:p>
          <a:p>
            <a:r>
              <a:rPr lang="fr-FR" sz="1400" dirty="0" err="1"/>
              <a:t>max_depth</a:t>
            </a:r>
            <a:r>
              <a:rPr lang="fr-FR" sz="1400" dirty="0"/>
              <a:t>=6, </a:t>
            </a:r>
          </a:p>
          <a:p>
            <a:r>
              <a:rPr lang="fr-FR" sz="1400" dirty="0" err="1"/>
              <a:t>min_child_samples</a:t>
            </a:r>
            <a:r>
              <a:rPr lang="fr-FR" sz="1400" dirty="0"/>
              <a:t>=300</a:t>
            </a:r>
          </a:p>
          <a:p>
            <a:r>
              <a:rPr lang="fr-FR" sz="1400" dirty="0" err="1"/>
              <a:t>min_split_gain</a:t>
            </a:r>
            <a:r>
              <a:rPr lang="fr-FR" sz="1400" dirty="0"/>
              <a:t>=0.02</a:t>
            </a:r>
          </a:p>
          <a:p>
            <a:r>
              <a:rPr lang="fr-FR" sz="1400" dirty="0" err="1"/>
              <a:t>reg_alpha</a:t>
            </a:r>
            <a:r>
              <a:rPr lang="fr-FR" sz="1400" dirty="0"/>
              <a:t>=1.0,       </a:t>
            </a:r>
          </a:p>
          <a:p>
            <a:r>
              <a:rPr lang="fr-FR" sz="1400" dirty="0" err="1"/>
              <a:t>reg_lambda</a:t>
            </a:r>
            <a:r>
              <a:rPr lang="fr-FR" sz="1400" dirty="0"/>
              <a:t>=15.0</a:t>
            </a:r>
          </a:p>
          <a:p>
            <a:r>
              <a:rPr lang="fr-FR" sz="1400" dirty="0" err="1"/>
              <a:t>subsample</a:t>
            </a:r>
            <a:r>
              <a:rPr lang="fr-FR" sz="1400" dirty="0"/>
              <a:t>=0.7, </a:t>
            </a:r>
          </a:p>
          <a:p>
            <a:r>
              <a:rPr lang="fr-FR" sz="1400" dirty="0" err="1"/>
              <a:t>subsample_freq</a:t>
            </a:r>
            <a:r>
              <a:rPr lang="fr-FR" sz="1400" dirty="0"/>
              <a:t>=1,</a:t>
            </a:r>
          </a:p>
          <a:p>
            <a:r>
              <a:rPr lang="fr-FR" sz="1400" dirty="0" err="1"/>
              <a:t>colsample_bytree</a:t>
            </a:r>
            <a:r>
              <a:rPr lang="fr-FR" sz="1400" dirty="0"/>
              <a:t>=0.6</a:t>
            </a:r>
          </a:p>
          <a:p>
            <a:r>
              <a:rPr lang="fr-FR" sz="1400" dirty="0" err="1"/>
              <a:t>n_jobs</a:t>
            </a:r>
            <a:r>
              <a:rPr lang="fr-FR" sz="1400" dirty="0"/>
              <a:t>=-1, </a:t>
            </a:r>
          </a:p>
          <a:p>
            <a:r>
              <a:rPr lang="fr-FR" sz="1400" dirty="0" err="1"/>
              <a:t>random_state</a:t>
            </a:r>
            <a:r>
              <a:rPr lang="fr-FR" sz="1400" dirty="0"/>
              <a:t>=42, </a:t>
            </a:r>
          </a:p>
          <a:p>
            <a:r>
              <a:rPr lang="fr-FR" sz="1400" dirty="0" err="1"/>
              <a:t>force_col_wise</a:t>
            </a:r>
            <a:r>
              <a:rPr lang="fr-FR" sz="1400" dirty="0"/>
              <a:t>=</a:t>
            </a:r>
            <a:r>
              <a:rPr lang="fr-FR" sz="1400" dirty="0" err="1"/>
              <a:t>True</a:t>
            </a:r>
            <a:r>
              <a:rPr lang="fr-FR" sz="1400" dirty="0"/>
              <a:t>)</a:t>
            </a:r>
          </a:p>
          <a:p>
            <a:endParaRPr lang="fr-FR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DF2848-F530-0CA9-00D6-6D4FB6D4E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576" y="3599418"/>
            <a:ext cx="3948877" cy="248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43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15403</TotalTime>
  <Words>301</Words>
  <Application>Microsoft Office PowerPoint</Application>
  <PresentationFormat>Widescreen</PresentationFormat>
  <Paragraphs>53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Margaux Dupeyron</dc:creator>
  <cp:lastModifiedBy>Margaux Dupeyron</cp:lastModifiedBy>
  <cp:revision>1</cp:revision>
  <dcterms:created xsi:type="dcterms:W3CDTF">2025-11-07T13:25:14Z</dcterms:created>
  <dcterms:modified xsi:type="dcterms:W3CDTF">2025-11-18T06:08:50Z</dcterms:modified>
</cp:coreProperties>
</file>